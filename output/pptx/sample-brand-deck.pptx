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12070080"/>
  <p:notesSz cx="1207008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围绕“让品牌演示从生成到交付保持一致”讲述本页唯一结论。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围绕“智能负责判断，规则负责守住边界”讲述本页唯一结论。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围绕“同一份结构驱动全部交付”讲述本页唯一结论。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围绕“固定布局让验证成本可控”讲述本页唯一结论。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围绕“每一次输出都遵循同一套品牌规则”讲述本页唯一结论。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17904"/>
            <a:ext cx="5760720" cy="18288"/>
          </a:xfrm>
          <a:prstGeom prst="rect">
            <a:avLst/>
          </a:prstGeom>
          <a:solidFill>
            <a:srgbClr val="CFD8D1"/>
          </a:solidFill>
          <a:ln w="6350">
            <a:solidFill>
              <a:srgbClr val="10151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24119" y="1005840"/>
            <a:ext cx="785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25" b="1" dirty="0">
                <a:solidFill>
                  <a:srgbClr val="42B265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01</a:t>
            </a:r>
            <a:endParaRPr lang="en-US" sz="5625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15E38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SECTION 01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577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01512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让品牌演示从生成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01512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到交付保持一致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626B66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模型负责理解内容与组织叙事，确定性代码负责品牌、布局、检测和导出。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48640" y="11320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626B66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proposal · speaker-led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107192" y="11612880"/>
            <a:ext cx="202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62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548640" y="6400800"/>
            <a:ext cx="5760720" cy="4023360"/>
          </a:xfrm>
          <a:prstGeom prst="rect">
            <a:avLst/>
          </a:prstGeom>
          <a:solidFill>
            <a:srgbClr val="0B0D12"/>
          </a:solidFill>
          <a:ln w="12700">
            <a:solidFill>
              <a:srgbClr val="42B2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">
            <a:off x="1124712" y="6883603"/>
            <a:ext cx="2189074" cy="1448410"/>
          </a:xfrm>
          <a:prstGeom prst="rect">
            <a:avLst/>
          </a:prstGeom>
          <a:solidFill>
            <a:srgbClr val="0B0D12">
              <a:alpha val="0"/>
            </a:srgbClr>
          </a:solidFill>
          <a:ln w="12700">
            <a:solidFill>
              <a:srgbClr val="42B26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00000">
            <a:off x="4120286" y="6883603"/>
            <a:ext cx="1267358" cy="2574950"/>
          </a:xfrm>
          <a:prstGeom prst="rect">
            <a:avLst/>
          </a:prstGeom>
          <a:solidFill>
            <a:srgbClr val="215E38"/>
          </a:solidFill>
          <a:ln w="12700">
            <a:solidFill>
              <a:srgbClr val="42B2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8571" y="8090611"/>
            <a:ext cx="921715" cy="921715"/>
          </a:xfrm>
          <a:prstGeom prst="rect">
            <a:avLst/>
          </a:prstGeom>
          <a:solidFill>
            <a:srgbClr val="42B265"/>
          </a:solidFill>
          <a:ln w="12700">
            <a:solidFill>
              <a:srgbClr val="42B26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00800"/>
            <a:ext cx="5760720" cy="4023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SLOT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0"/>
            <a:ext cx="146304" cy="4754880"/>
          </a:xfrm>
          <a:prstGeom prst="rect">
            <a:avLst/>
          </a:prstGeom>
          <a:solidFill>
            <a:srgbClr val="42B265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42B265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SECTION 02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智能负责判断，规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则负责守住边界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B7C1BA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模型理解材料并组织故事线，规则系统固定品牌、布局和输出边界。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625" b="1" dirty="0">
                <a:solidFill>
                  <a:srgbClr val="42B265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02</a:t>
            </a:r>
            <a:endParaRPr lang="en-US" sz="5625" dirty="0"/>
          </a:p>
        </p:txBody>
      </p:sp>
      <p:sp>
        <p:nvSpPr>
          <p:cNvPr id="7" name="Text 5"/>
          <p:cNvSpPr/>
          <p:nvPr/>
        </p:nvSpPr>
        <p:spPr>
          <a:xfrm>
            <a:off x="6107192" y="11612880"/>
            <a:ext cx="202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7D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51960"/>
            <a:ext cx="5760720" cy="9144"/>
          </a:xfrm>
          <a:prstGeom prst="rect">
            <a:avLst/>
          </a:prstGeom>
          <a:solidFill>
            <a:srgbClr val="CFD8D1"/>
          </a:solidFill>
          <a:ln w="6350">
            <a:solidFill>
              <a:srgbClr val="10151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15E38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SECTION 03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75" b="1" dirty="0">
                <a:solidFill>
                  <a:srgbClr val="101512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同一份结构驱动全部交付</a:t>
            </a:r>
            <a:endParaRPr lang="en-US" sz="3375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626B66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同一份 DeckSpec 驱动网页、PDF 和可编辑 PPTX。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48640" y="10442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626B66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同一份 DeckSpec 驱动网页、PDF 和可编辑 PPTX。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107192" y="11612880"/>
            <a:ext cx="202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62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5760720" cy="5669280"/>
          </a:xfrm>
          <a:prstGeom prst="rect">
            <a:avLst/>
          </a:prstGeom>
          <a:solidFill>
            <a:srgbClr val="0B0D12"/>
          </a:solidFill>
          <a:ln w="12700">
            <a:solidFill>
              <a:srgbClr val="42B2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">
            <a:off x="1124712" y="5252314"/>
            <a:ext cx="2189074" cy="2040941"/>
          </a:xfrm>
          <a:prstGeom prst="rect">
            <a:avLst/>
          </a:prstGeom>
          <a:solidFill>
            <a:srgbClr val="0B0D12">
              <a:alpha val="0"/>
            </a:srgbClr>
          </a:solidFill>
          <a:ln w="12700">
            <a:solidFill>
              <a:srgbClr val="42B2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00000">
            <a:off x="4120286" y="5252314"/>
            <a:ext cx="1267358" cy="3628339"/>
          </a:xfrm>
          <a:prstGeom prst="rect">
            <a:avLst/>
          </a:prstGeom>
          <a:solidFill>
            <a:srgbClr val="215E38"/>
          </a:solidFill>
          <a:ln w="12700">
            <a:solidFill>
              <a:srgbClr val="42B26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8571" y="6953098"/>
            <a:ext cx="921715" cy="921715"/>
          </a:xfrm>
          <a:prstGeom prst="rect">
            <a:avLst/>
          </a:prstGeom>
          <a:solidFill>
            <a:srgbClr val="42B265"/>
          </a:solidFill>
          <a:ln w="12700">
            <a:solidFill>
              <a:srgbClr val="42B26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72000"/>
            <a:ext cx="5760720" cy="56692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SLOT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2B2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B0D12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SECTION 04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75" b="1" dirty="0">
                <a:solidFill>
                  <a:srgbClr val="0B0D12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固定布局让验证成本可控</a:t>
            </a:r>
            <a:endParaRPr lang="en-US" sz="3375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25" b="1" dirty="0">
                <a:solidFill>
                  <a:srgbClr val="0B0D12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10</a:t>
            </a:r>
            <a:endParaRPr lang="en-US" sz="5625" dirty="0"/>
          </a:p>
        </p:txBody>
      </p:sp>
      <p:sp>
        <p:nvSpPr>
          <p:cNvPr id="5" name="Text 3"/>
          <p:cNvSpPr/>
          <p:nvPr/>
        </p:nvSpPr>
        <p:spPr>
          <a:xfrm>
            <a:off x="2103120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B0D12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SECTION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0B0D12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10 个注册布局覆盖封面、主张、图文、对照、数字、流程与结尾。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48640" y="112836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215E38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10 个注册布局覆盖封面、主张、图文、对照、数字、流程与结尾。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107192" y="11612880"/>
            <a:ext cx="202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62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8229600"/>
            <a:ext cx="1920240" cy="3840480"/>
          </a:xfrm>
          <a:prstGeom prst="rect">
            <a:avLst/>
          </a:prstGeom>
          <a:solidFill>
            <a:srgbClr val="215E38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42B265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SECTION 05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每一次输出都遵循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同一套品牌规则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A9B4AC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在线修改、自动检测、演讲备注与导出共享同一个事实源。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48640" y="8595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42B265"/>
                </a:solidFill>
                <a:latin typeface="MAKE SENSE" pitchFamily="34" charset="0"/>
                <a:ea typeface="MAKE SENSE" pitchFamily="34" charset="-122"/>
                <a:cs typeface="MAKE SENSE" pitchFamily="34" charset="-120"/>
              </a:rPr>
              <a:t>继续编辑 →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107192" y="11612880"/>
            <a:ext cx="202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7D8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LR 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让品牌演示从生成到交付保持一致</dc:title>
  <dc:subject>固定品牌内部演示</dc:subject>
  <dc:creator>LR Brand Studio</dc:creator>
  <cp:lastModifiedBy>LR Brand Studio</cp:lastModifiedBy>
  <cp:revision>1</cp:revision>
  <dcterms:created xsi:type="dcterms:W3CDTF">2026-08-19T11:10:31Z</dcterms:created>
  <dcterms:modified xsi:type="dcterms:W3CDTF">2026-08-19T11:10:31Z</dcterms:modified>
</cp:coreProperties>
</file>